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E1B41-21FE-3B2E-093F-E4803F0694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E" dirty="0"/>
              <a:t>educationdiary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EF65BD-873D-4A07-42DB-F10E7FE3D4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</a:t>
            </a:r>
            <a:r>
              <a:rPr lang="en-GE" dirty="0"/>
              <a:t>амара, 2026</a:t>
            </a:r>
          </a:p>
          <a:p>
            <a:r>
              <a:rPr lang="ru-RU" dirty="0"/>
              <a:t>П</a:t>
            </a:r>
            <a:r>
              <a:rPr lang="en-GE" dirty="0"/>
              <a:t>реподаватель: дмитрий яковлев</a:t>
            </a:r>
          </a:p>
          <a:p>
            <a:r>
              <a:rPr lang="ru-RU" dirty="0"/>
              <a:t>В</a:t>
            </a:r>
            <a:r>
              <a:rPr lang="en-GE" dirty="0"/>
              <a:t>ыполнила: земскова дарья григорьевна</a:t>
            </a:r>
          </a:p>
        </p:txBody>
      </p:sp>
    </p:spTree>
    <p:extLst>
      <p:ext uri="{BB962C8B-B14F-4D97-AF65-F5344CB8AC3E}">
        <p14:creationId xmlns:p14="http://schemas.microsoft.com/office/powerpoint/2010/main" val="1083771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6FD1-207C-77D8-9FDC-1B7E8528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E" dirty="0"/>
              <a:t>актуальность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7E234-4CC4-0573-BE22-FA2CE4399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58143"/>
            <a:ext cx="9905998" cy="4900312"/>
          </a:xfrm>
        </p:spPr>
        <p:txBody>
          <a:bodyPr/>
          <a:lstStyle/>
          <a:p>
            <a:r>
              <a:rPr lang="en-GE" dirty="0"/>
              <a:t>Многие слушатели курсов сталкиваются с трудностями при организации учебного процесса: расписание теряется в мессенджерах, домашние задания разбросаны по разным папкам, а отслеживать свой прогресс приходится вручную. Существующие решения (заметки, облачные диски, чаты) не дают единой структурированной системы специально под формат обучения.</a:t>
            </a:r>
          </a:p>
          <a:p>
            <a:r>
              <a:rPr lang="en-GE" dirty="0"/>
              <a:t>Цель приложения: центролизовать учебные материалы, дедлайны и прогресс в одном месте, адаптированный для обычных студентов.</a:t>
            </a:r>
          </a:p>
          <a:p>
            <a:endParaRPr lang="en-GE" dirty="0"/>
          </a:p>
        </p:txBody>
      </p:sp>
    </p:spTree>
    <p:extLst>
      <p:ext uri="{BB962C8B-B14F-4D97-AF65-F5344CB8AC3E}">
        <p14:creationId xmlns:p14="http://schemas.microsoft.com/office/powerpoint/2010/main" val="340080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D8D9-0AE8-7893-F0DE-BC00E136D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</a:t>
            </a:r>
            <a:r>
              <a:rPr lang="en-GE" dirty="0"/>
              <a:t>сновные функции приложения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7F065-889B-123E-2A44-279D73B62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С</a:t>
            </a:r>
            <a:r>
              <a:rPr lang="en-GE" dirty="0"/>
              <a:t>оздание заметки – пользователь может ввести текст заметки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</a:t>
            </a:r>
            <a:r>
              <a:rPr lang="en-GE" dirty="0"/>
              <a:t>охранение заметки – данные автоматически сохраняются в базу данных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</a:t>
            </a:r>
            <a:r>
              <a:rPr lang="en-GE" dirty="0"/>
              <a:t>росмотр списка заметок – все заметки отображаются в виде списка</a:t>
            </a:r>
          </a:p>
        </p:txBody>
      </p:sp>
    </p:spTree>
    <p:extLst>
      <p:ext uri="{BB962C8B-B14F-4D97-AF65-F5344CB8AC3E}">
        <p14:creationId xmlns:p14="http://schemas.microsoft.com/office/powerpoint/2010/main" val="198663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033DB-CC58-48F4-2795-EAF60F13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</a:t>
            </a:r>
            <a:r>
              <a:rPr lang="en-GE" dirty="0"/>
              <a:t>спользуемые технологии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0128A-7693-17BE-DD50-22D5575E0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Я</a:t>
            </a:r>
            <a:r>
              <a:rPr lang="en-GE" dirty="0"/>
              <a:t>зык – Java</a:t>
            </a:r>
          </a:p>
          <a:p>
            <a:r>
              <a:rPr lang="ru-RU" dirty="0"/>
              <a:t>М</a:t>
            </a:r>
            <a:r>
              <a:rPr lang="en-GE" dirty="0"/>
              <a:t>инимальная API – Android 5.0 (API 21)</a:t>
            </a:r>
          </a:p>
          <a:p>
            <a:r>
              <a:rPr lang="en-GE" dirty="0"/>
              <a:t>UI – AndroidX</a:t>
            </a:r>
          </a:p>
          <a:p>
            <a:r>
              <a:rPr lang="en-GB" dirty="0"/>
              <a:t>L</a:t>
            </a:r>
            <a:r>
              <a:rPr lang="en-GE" dirty="0"/>
              <a:t>ayout – ConstraintLayout, LinearLayout</a:t>
            </a:r>
          </a:p>
          <a:p>
            <a:r>
              <a:rPr lang="ru-RU" dirty="0"/>
              <a:t>С</a:t>
            </a:r>
            <a:r>
              <a:rPr lang="en-GE" dirty="0"/>
              <a:t>писки – RecycleView</a:t>
            </a:r>
          </a:p>
          <a:p>
            <a:r>
              <a:rPr lang="en-GE" dirty="0"/>
              <a:t>Работа с текстом – EditText, TextView</a:t>
            </a:r>
          </a:p>
        </p:txBody>
      </p:sp>
    </p:spTree>
    <p:extLst>
      <p:ext uri="{BB962C8B-B14F-4D97-AF65-F5344CB8AC3E}">
        <p14:creationId xmlns:p14="http://schemas.microsoft.com/office/powerpoint/2010/main" val="757898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B97E0-F067-9A0D-F042-4BDD6BCD4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</a:t>
            </a:r>
            <a:r>
              <a:rPr lang="en-GE" dirty="0"/>
              <a:t>орядок действий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EF1F8-FD15-18FF-D96D-79B0CD483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И</a:t>
            </a:r>
            <a:r>
              <a:rPr lang="en-GE" dirty="0"/>
              <a:t>дея – определение цели, задачи и проблемы проекта.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</a:t>
            </a:r>
            <a:r>
              <a:rPr lang="en-GE" dirty="0"/>
              <a:t>азработка – реализация функционала и написание кода приложения.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</a:t>
            </a:r>
            <a:r>
              <a:rPr lang="en-GE" dirty="0"/>
              <a:t>естирование – выявление и исправление ошибок.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</a:t>
            </a:r>
            <a:r>
              <a:rPr lang="en-GE" dirty="0"/>
              <a:t>апуск – выпуск приложения и его поддержание.</a:t>
            </a:r>
          </a:p>
        </p:txBody>
      </p:sp>
    </p:spTree>
    <p:extLst>
      <p:ext uri="{BB962C8B-B14F-4D97-AF65-F5344CB8AC3E}">
        <p14:creationId xmlns:p14="http://schemas.microsoft.com/office/powerpoint/2010/main" val="469060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0B6E-D916-F5A0-804D-1A231A20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</a:t>
            </a:r>
            <a:r>
              <a:rPr lang="en-GE" dirty="0"/>
              <a:t>ланы на будущее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77BE10-6F27-546B-A5D1-36D79842F8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014644"/>
            <a:ext cx="9358421" cy="4076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8394" rIns="0" bIns="98394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GE" altLang="en-GE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Добавить возможность редактирования заметок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GE" altLang="en-GE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Добавить поиск по заголовку и тексту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GE" altLang="en-GE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Добавить категории и теги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GE" altLang="en-GE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Добавить темную тему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GE" altLang="en-GE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Добавить напоминания к заметкам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GE" altLang="en-GE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Добавить возможность прикреплять изображения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GE" altLang="en-GE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Экспорт/импорт заметок в TXT/JSON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GE" altLang="en-GE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Создание чек-листов внутри заметки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GE" altLang="en-GE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Резервное копирование в облако</a:t>
            </a:r>
          </a:p>
        </p:txBody>
      </p:sp>
    </p:spTree>
    <p:extLst>
      <p:ext uri="{BB962C8B-B14F-4D97-AF65-F5344CB8AC3E}">
        <p14:creationId xmlns:p14="http://schemas.microsoft.com/office/powerpoint/2010/main" val="4114496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CA9B0-05CB-A870-1544-055701DAE2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/>
              <a:t>С</a:t>
            </a:r>
            <a:r>
              <a:rPr lang="en-GE" dirty="0"/>
              <a:t>пасибо за внимание!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20626-67E4-8E47-DF45-A8E79EDE17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E"/>
          </a:p>
        </p:txBody>
      </p:sp>
    </p:spTree>
    <p:extLst>
      <p:ext uri="{BB962C8B-B14F-4D97-AF65-F5344CB8AC3E}">
        <p14:creationId xmlns:p14="http://schemas.microsoft.com/office/powerpoint/2010/main" val="23038980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30</TotalTime>
  <Words>248</Words>
  <Application>Microsoft Macintosh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</vt:lpstr>
      <vt:lpstr>educationdiary</vt:lpstr>
      <vt:lpstr>актуальность</vt:lpstr>
      <vt:lpstr>Основные функции приложения</vt:lpstr>
      <vt:lpstr>Используемые технологии</vt:lpstr>
      <vt:lpstr>Порядок действий</vt:lpstr>
      <vt:lpstr>Планы на будущее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Grigorii Zemskov</dc:creator>
  <cp:lastModifiedBy>Grigorii Zemskov</cp:lastModifiedBy>
  <cp:revision>1</cp:revision>
  <dcterms:created xsi:type="dcterms:W3CDTF">2026-06-06T19:34:27Z</dcterms:created>
  <dcterms:modified xsi:type="dcterms:W3CDTF">2026-06-06T20:04:37Z</dcterms:modified>
</cp:coreProperties>
</file>